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6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创意空间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去中心化创意交易平台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以终为始，连接创意与需求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项目概述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项目名称：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创意空间 v0.6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核心理念：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以终为始，通过发布创意帮助创意者寻找真正需求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平台定位：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去中心化的创意交易平台，让应用开发者、游戏开发者、团队可以上架自己的创意想法和游戏资源</a:t>
            </a:r>
            <a:endParaRPr lang="en-US" sz="1600" dirty="0"/>
          </a:p>
        </p:txBody>
      </p:sp>
      <p:pic>
        <p:nvPicPr>
          <p:cNvPr id="4" name="Image 0" descr="docs/img/生成游戏资源交易平台概念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市场痛点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传统开发流程效率低：先立项、计划、开发，再上架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创意者难以验证想法的市场需求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用户缺乏早期参与和支持创意的渠道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资源配置不均衡，投资风险高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解决方案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颠覆传统流程：先上架创意想法、找到需求、然后开发、接着迭代、最后盈利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建立创意发布交易平台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用户可通过积分投票支持创意，转换为"观众期待值"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创意实现后，早期支持者获得积分奖励和优惠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核心功能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创意者模块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上架创意想法、游戏资源（动画、角色、地图、demo等）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用户模块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浏览、投票、购买、出售游戏资源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积分模块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积分作为结算依据，作者可发行自己的积分币，换取"观众期待值"</a:t>
            </a:r>
            <a:endParaRPr lang="en-US" sz="1600" dirty="0"/>
          </a:p>
        </p:txBody>
      </p:sp>
      <p:pic>
        <p:nvPicPr>
          <p:cNvPr id="4" name="Image 0" descr="docs/img/创意想法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1371600"/>
          </a:xfrm>
          <a:prstGeom prst="rect">
            <a:avLst/>
          </a:prstGeom>
        </p:spPr>
      </p:pic>
      <p:pic>
        <p:nvPicPr>
          <p:cNvPr id="5" name="Image 1" descr="docs/img/AI蒙武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26080"/>
            <a:ext cx="32004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商业价值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为创意者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提供展示平台，验证市场需求，降低投资风险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为用户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早期参与支持创意，获得积分奖励和优惠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为平台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通过手续费和广告费实现盈利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盈利模式</a:t>
            </a:r>
            <a:endParaRPr lang="en-US" sz="2400" dirty="0"/>
          </a:p>
        </p:txBody>
      </p:sp>
      <p:pic>
        <p:nvPicPr>
          <p:cNvPr id="3" name="Image 0" descr="docs/img/积分机制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用户资产存入/取出/借贷行为获得 CYKJ 积分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平台盈利分配：10%平台、20%投资人、70%平台盈利金库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用户返利 = 创意盈利 × 观众期待值 / 创意总期待值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技术优势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AI生成游戏资源，提高开发效率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AI vibe coding技术快速原型制作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解决游戏精灵图片一致性问题，生成流畅动画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关注AI赛道全流程的创意想法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提供高效的创意实现工具</a:t>
            </a:r>
            <a:endParaRPr lang="en-US" sz="1600" dirty="0"/>
          </a:p>
        </p:txBody>
      </p:sp>
      <p:pic>
        <p:nvPicPr>
          <p:cNvPr id="4" name="Image 0" descr="docs/img/导出格式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愿景展望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改变创意产业生态，让创意价值得到更好体现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扩展支持Unity package等更多资源类型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构建完整的创意生态系统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连接创意者与用户，实现价值共创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以终为始的理念，降低创新风险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总结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核心价值：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连接创意者与用户，实现价值共创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理念优势：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以终为始的理念，降低创新风险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技术支撑：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利用AI技术提升开发效率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62FF"/>
                </a:solidFill>
              </a:rPr>
              <a:t>谢谢！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创意空间项目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创意空间 - 去中心化创意交易平台</dc:title>
  <dc:subject>PptxGenJS Presentation</dc:subject>
  <dc:creator>创意空间团队</dc:creator>
  <cp:lastModifiedBy>创意空间团队</cp:lastModifiedBy>
  <cp:revision>1</cp:revision>
  <dcterms:created xsi:type="dcterms:W3CDTF">2025-10-03T09:40:46Z</dcterms:created>
  <dcterms:modified xsi:type="dcterms:W3CDTF">2025-10-03T09:40:46Z</dcterms:modified>
</cp:coreProperties>
</file>