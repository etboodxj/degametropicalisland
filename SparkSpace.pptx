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6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SparkSpace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Decentralized Creative Trading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Start with the end in mind, connecting creativity with demand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Project Name: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SparkSpace v0.6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Core Concept: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Start with the end in mind, helping creators find real demand through idea publishing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Platform Positioning: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A decentralized creative trading platform where app developers, game developers, and teams can list their creative ideas and game resources</a:t>
            </a:r>
            <a:endParaRPr lang="en-US" sz="1600" dirty="0"/>
          </a:p>
        </p:txBody>
      </p:sp>
      <p:pic>
        <p:nvPicPr>
          <p:cNvPr id="4" name="Image 0" descr="docs/img/生成游戏资源交易平台概念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3200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Market Pain 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Inefficient traditional development process:立项, planning, development, then listing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Creators struggle to validate market demand for their ideas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Users lack channels to participate in and support creativity early on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Imbalanced resource allocation and high investment risks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Revolutionize the traditional process: List creative ideas first, find demand, then develop, iterate, and finally profit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Establish a creative publishing and trading platform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Users can support creativity with points, converted to "Audience Expectation Value"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Early supporters receive point rewards and discounts when the creative work is realized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Core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Creator Module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List creative ideas and game resources (animations, characters, maps, demos, etc.)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User Module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Browse, vote, buy, and sell game resources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Points Module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Points as the basis for settlement; creators can issue their own point tokens to exchange for "Audience Expectation Value"</a:t>
            </a:r>
            <a:endParaRPr lang="en-US" sz="1600" dirty="0"/>
          </a:p>
        </p:txBody>
      </p:sp>
      <p:pic>
        <p:nvPicPr>
          <p:cNvPr id="4" name="Image 0" descr="docs/img/创意想法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3200400" cy="1371600"/>
          </a:xfrm>
          <a:prstGeom prst="rect">
            <a:avLst/>
          </a:prstGeom>
        </p:spPr>
      </p:pic>
      <p:pic>
        <p:nvPicPr>
          <p:cNvPr id="5" name="Image 1" descr="docs/img/AI蒙武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926080"/>
            <a:ext cx="32004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Business Value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For Creators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Provide a platform to showcase work, validate market demand, and reduce investment risks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For Users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Early participation in supporting creativity with point rewards and discounts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For Platform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Generate revenue through transaction fees and advertising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Profit Model</a:t>
            </a:r>
            <a:endParaRPr lang="en-US" sz="2400" dirty="0"/>
          </a:p>
        </p:txBody>
      </p:sp>
      <p:pic>
        <p:nvPicPr>
          <p:cNvPr id="3" name="Image 0" descr="docs/img/积分机制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371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Users earn CYKJ points through deposit/withdrawal/lending activities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Platform profit distribution: 10% to platform, 20% to investors, 70% to platform profit treasury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User Reward = Creative Profit × Audience Expectation Value / Total Creative Expectation Value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Technical Advantages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AI-generated game resources to improve development efficiency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AI vibe coding technology for rapid prototyping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Solves game sprite image consistency issues to generate smooth animations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Focus on full-process creative ideas in the AI track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Provides efficient creative implementation tools</a:t>
            </a:r>
            <a:endParaRPr lang="en-US" sz="1600" dirty="0"/>
          </a:p>
        </p:txBody>
      </p:sp>
      <p:pic>
        <p:nvPicPr>
          <p:cNvPr id="4" name="Image 0" descr="docs/img/导出格式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Vision and Outlook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Transform the creative industry ecosystem to better reflect creative value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Expand support for more resource types like Unity packages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Build a complete creative ecosystem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Connect creators with users to achieve value co-creation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Reduce innovation risks with the "start with the end in mind" concept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Core Value: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Connect creators with users to achieve value co-creation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Conceptual Advantage: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The "start with the end in mind" concept reduces innovation risks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Technical Support: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Leverage AI technology to enhance development efficiency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SparkSpace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SparkSpace - Decentralized Creative Trading Platform</dc:title>
  <dc:subject>PptxGenJS Presentation</dc:subject>
  <dc:creator>SparkSpace Team</dc:creator>
  <cp:lastModifiedBy>SparkSpace Team</cp:lastModifiedBy>
  <cp:revision>1</cp:revision>
  <dcterms:created xsi:type="dcterms:W3CDTF">2025-10-03T09:45:00Z</dcterms:created>
  <dcterms:modified xsi:type="dcterms:W3CDTF">2025-10-03T09:45:00Z</dcterms:modified>
</cp:coreProperties>
</file>